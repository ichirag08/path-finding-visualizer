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A2A5E6-A3ED-4928-9351-7E72682806B5}" v="18" dt="2026-04-30T02:08:12.7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Walia" userId="02bc4f0f7d896815" providerId="LiveId" clId="{D5D498A6-C22A-496E-9BAC-3CFFF6F8ABE0}"/>
    <pc:docChg chg="modSld">
      <pc:chgData name="Ishan Walia" userId="02bc4f0f7d896815" providerId="LiveId" clId="{D5D498A6-C22A-496E-9BAC-3CFFF6F8ABE0}" dt="2026-04-30T02:08:12.751" v="1058"/>
      <pc:docMkLst>
        <pc:docMk/>
      </pc:docMkLst>
      <pc:sldChg chg="modSp mod">
        <pc:chgData name="Ishan Walia" userId="02bc4f0f7d896815" providerId="LiveId" clId="{D5D498A6-C22A-496E-9BAC-3CFFF6F8ABE0}" dt="2026-04-29T09:48:24.763" v="392" actId="1076"/>
        <pc:sldMkLst>
          <pc:docMk/>
          <pc:sldMk cId="704269389" sldId="256"/>
        </pc:sldMkLst>
        <pc:spChg chg="mod">
          <ac:chgData name="Ishan Walia" userId="02bc4f0f7d896815" providerId="LiveId" clId="{D5D498A6-C22A-496E-9BAC-3CFFF6F8ABE0}" dt="2026-04-29T09:48:24.763" v="392" actId="1076"/>
          <ac:spMkLst>
            <pc:docMk/>
            <pc:sldMk cId="704269389" sldId="256"/>
            <ac:spMk id="7" creationId="{E48B07AD-B5E1-5BAE-319D-7E8DFB1D1EC2}"/>
          </ac:spMkLst>
        </pc:spChg>
      </pc:sldChg>
      <pc:sldChg chg="modSp mod">
        <pc:chgData name="Ishan Walia" userId="02bc4f0f7d896815" providerId="LiveId" clId="{D5D498A6-C22A-496E-9BAC-3CFFF6F8ABE0}" dt="2026-04-28T20:09:24.239" v="128" actId="255"/>
        <pc:sldMkLst>
          <pc:docMk/>
          <pc:sldMk cId="807343821" sldId="257"/>
        </pc:sldMkLst>
        <pc:spChg chg="mod">
          <ac:chgData name="Ishan Walia" userId="02bc4f0f7d896815" providerId="LiveId" clId="{D5D498A6-C22A-496E-9BAC-3CFFF6F8ABE0}" dt="2026-04-28T20:09:24.239" v="128" actId="255"/>
          <ac:spMkLst>
            <pc:docMk/>
            <pc:sldMk cId="807343821" sldId="257"/>
            <ac:spMk id="2" creationId="{12C28B72-1450-3D4E-FDAC-8331752F6858}"/>
          </ac:spMkLst>
        </pc:spChg>
      </pc:sldChg>
      <pc:sldChg chg="modSp mod">
        <pc:chgData name="Ishan Walia" userId="02bc4f0f7d896815" providerId="LiveId" clId="{D5D498A6-C22A-496E-9BAC-3CFFF6F8ABE0}" dt="2026-04-30T02:08:12.751" v="1058"/>
        <pc:sldMkLst>
          <pc:docMk/>
          <pc:sldMk cId="3064705651" sldId="258"/>
        </pc:sldMkLst>
        <pc:spChg chg="mod">
          <ac:chgData name="Ishan Walia" userId="02bc4f0f7d896815" providerId="LiveId" clId="{D5D498A6-C22A-496E-9BAC-3CFFF6F8ABE0}" dt="2026-04-30T02:08:12.751" v="1058"/>
          <ac:spMkLst>
            <pc:docMk/>
            <pc:sldMk cId="3064705651" sldId="258"/>
            <ac:spMk id="2" creationId="{198AAA09-593A-B63B-6EC4-741E956B319D}"/>
          </ac:spMkLst>
        </pc:spChg>
        <pc:picChg chg="mod">
          <ac:chgData name="Ishan Walia" userId="02bc4f0f7d896815" providerId="LiveId" clId="{D5D498A6-C22A-496E-9BAC-3CFFF6F8ABE0}" dt="2026-04-28T20:10:39.694" v="334" actId="1076"/>
          <ac:picMkLst>
            <pc:docMk/>
            <pc:sldMk cId="3064705651" sldId="258"/>
            <ac:picMk id="4" creationId="{224E0730-5C23-8ADB-7F33-543A9FEDC312}"/>
          </ac:picMkLst>
        </pc:picChg>
        <pc:picChg chg="mod">
          <ac:chgData name="Ishan Walia" userId="02bc4f0f7d896815" providerId="LiveId" clId="{D5D498A6-C22A-496E-9BAC-3CFFF6F8ABE0}" dt="2026-04-28T20:10:44.493" v="335" actId="1076"/>
          <ac:picMkLst>
            <pc:docMk/>
            <pc:sldMk cId="3064705651" sldId="258"/>
            <ac:picMk id="1026" creationId="{FA75809B-344C-B76D-7CF5-8FA15C493FFE}"/>
          </ac:picMkLst>
        </pc:picChg>
      </pc:sldChg>
      <pc:sldChg chg="modSp mod">
        <pc:chgData name="Ishan Walia" userId="02bc4f0f7d896815" providerId="LiveId" clId="{D5D498A6-C22A-496E-9BAC-3CFFF6F8ABE0}" dt="2026-04-30T01:53:00.848" v="738" actId="20577"/>
        <pc:sldMkLst>
          <pc:docMk/>
          <pc:sldMk cId="179109680" sldId="259"/>
        </pc:sldMkLst>
        <pc:spChg chg="mod">
          <ac:chgData name="Ishan Walia" userId="02bc4f0f7d896815" providerId="LiveId" clId="{D5D498A6-C22A-496E-9BAC-3CFFF6F8ABE0}" dt="2026-04-30T01:53:00.848" v="738" actId="20577"/>
          <ac:spMkLst>
            <pc:docMk/>
            <pc:sldMk cId="179109680" sldId="259"/>
            <ac:spMk id="3" creationId="{93F08194-3935-191E-DA2E-098B7A21E7DA}"/>
          </ac:spMkLst>
        </pc:spChg>
      </pc:sldChg>
      <pc:sldChg chg="modSp mod">
        <pc:chgData name="Ishan Walia" userId="02bc4f0f7d896815" providerId="LiveId" clId="{D5D498A6-C22A-496E-9BAC-3CFFF6F8ABE0}" dt="2026-04-30T01:58:22.929" v="808" actId="20577"/>
        <pc:sldMkLst>
          <pc:docMk/>
          <pc:sldMk cId="2410167179" sldId="260"/>
        </pc:sldMkLst>
        <pc:spChg chg="mod">
          <ac:chgData name="Ishan Walia" userId="02bc4f0f7d896815" providerId="LiveId" clId="{D5D498A6-C22A-496E-9BAC-3CFFF6F8ABE0}" dt="2026-04-30T01:58:22.929" v="808" actId="20577"/>
          <ac:spMkLst>
            <pc:docMk/>
            <pc:sldMk cId="2410167179" sldId="260"/>
            <ac:spMk id="2" creationId="{DA0E9187-C14E-4CEA-96CE-D615414DAABE}"/>
          </ac:spMkLst>
        </pc:spChg>
      </pc:sldChg>
      <pc:sldChg chg="modSp mod">
        <pc:chgData name="Ishan Walia" userId="02bc4f0f7d896815" providerId="LiveId" clId="{D5D498A6-C22A-496E-9BAC-3CFFF6F8ABE0}" dt="2026-04-29T09:59:50.708" v="395" actId="20577"/>
        <pc:sldMkLst>
          <pc:docMk/>
          <pc:sldMk cId="2579807220" sldId="261"/>
        </pc:sldMkLst>
        <pc:spChg chg="mod">
          <ac:chgData name="Ishan Walia" userId="02bc4f0f7d896815" providerId="LiveId" clId="{D5D498A6-C22A-496E-9BAC-3CFFF6F8ABE0}" dt="2026-04-29T09:59:50.708" v="395" actId="20577"/>
          <ac:spMkLst>
            <pc:docMk/>
            <pc:sldMk cId="2579807220" sldId="261"/>
            <ac:spMk id="2" creationId="{2FBBB236-C78D-0A18-5FDE-33F66907B315}"/>
          </ac:spMkLst>
        </pc:spChg>
        <pc:picChg chg="mod">
          <ac:chgData name="Ishan Walia" userId="02bc4f0f7d896815" providerId="LiveId" clId="{D5D498A6-C22A-496E-9BAC-3CFFF6F8ABE0}" dt="2026-04-28T20:05:01.664" v="45" actId="1076"/>
          <ac:picMkLst>
            <pc:docMk/>
            <pc:sldMk cId="2579807220" sldId="261"/>
            <ac:picMk id="5" creationId="{0074B562-919D-AFA2-6A79-4746566591CD}"/>
          </ac:picMkLst>
        </pc:picChg>
        <pc:picChg chg="mod">
          <ac:chgData name="Ishan Walia" userId="02bc4f0f7d896815" providerId="LiveId" clId="{D5D498A6-C22A-496E-9BAC-3CFFF6F8ABE0}" dt="2026-04-28T20:04:55.335" v="41" actId="1076"/>
          <ac:picMkLst>
            <pc:docMk/>
            <pc:sldMk cId="2579807220" sldId="261"/>
            <ac:picMk id="7" creationId="{4F4EC80F-8043-B90F-A9F6-77EE90B6273B}"/>
          </ac:picMkLst>
        </pc:picChg>
      </pc:sldChg>
      <pc:sldChg chg="modSp mod">
        <pc:chgData name="Ishan Walia" userId="02bc4f0f7d896815" providerId="LiveId" clId="{D5D498A6-C22A-496E-9BAC-3CFFF6F8ABE0}" dt="2026-04-30T01:59:20.411" v="916"/>
        <pc:sldMkLst>
          <pc:docMk/>
          <pc:sldMk cId="160192379" sldId="262"/>
        </pc:sldMkLst>
        <pc:spChg chg="mod">
          <ac:chgData name="Ishan Walia" userId="02bc4f0f7d896815" providerId="LiveId" clId="{D5D498A6-C22A-496E-9BAC-3CFFF6F8ABE0}" dt="2026-04-30T01:59:20.411" v="916"/>
          <ac:spMkLst>
            <pc:docMk/>
            <pc:sldMk cId="160192379" sldId="262"/>
            <ac:spMk id="2" creationId="{5C58F98D-D7DC-8921-5AFE-FC9E7767FD08}"/>
          </ac:spMkLst>
        </pc:spChg>
      </pc:sldChg>
      <pc:sldChg chg="modSp mod">
        <pc:chgData name="Ishan Walia" userId="02bc4f0f7d896815" providerId="LiveId" clId="{D5D498A6-C22A-496E-9BAC-3CFFF6F8ABE0}" dt="2026-04-29T04:58:35.743" v="391" actId="20577"/>
        <pc:sldMkLst>
          <pc:docMk/>
          <pc:sldMk cId="2784489480" sldId="264"/>
        </pc:sldMkLst>
        <pc:spChg chg="mod">
          <ac:chgData name="Ishan Walia" userId="02bc4f0f7d896815" providerId="LiveId" clId="{D5D498A6-C22A-496E-9BAC-3CFFF6F8ABE0}" dt="2026-04-29T04:58:35.743" v="391" actId="20577"/>
          <ac:spMkLst>
            <pc:docMk/>
            <pc:sldMk cId="2784489480" sldId="264"/>
            <ac:spMk id="2" creationId="{4BB3FF1E-C087-ECDC-20BE-0454E38C302A}"/>
          </ac:spMkLst>
        </pc:spChg>
        <pc:picChg chg="mod">
          <ac:chgData name="Ishan Walia" userId="02bc4f0f7d896815" providerId="LiveId" clId="{D5D498A6-C22A-496E-9BAC-3CFFF6F8ABE0}" dt="2026-04-28T20:06:40.733" v="120" actId="1076"/>
          <ac:picMkLst>
            <pc:docMk/>
            <pc:sldMk cId="2784489480" sldId="264"/>
            <ac:picMk id="5" creationId="{69A58D40-1938-AAC0-FB80-0B0948BDD414}"/>
          </ac:picMkLst>
        </pc:picChg>
        <pc:picChg chg="mod">
          <ac:chgData name="Ishan Walia" userId="02bc4f0f7d896815" providerId="LiveId" clId="{D5D498A6-C22A-496E-9BAC-3CFFF6F8ABE0}" dt="2026-04-28T20:06:36.797" v="118" actId="1076"/>
          <ac:picMkLst>
            <pc:docMk/>
            <pc:sldMk cId="2784489480" sldId="264"/>
            <ac:picMk id="7" creationId="{D33763A8-FD0C-FF67-F8A7-607C71CB60E4}"/>
          </ac:picMkLst>
        </pc:picChg>
      </pc:sldChg>
      <pc:sldChg chg="modSp mod">
        <pc:chgData name="Ishan Walia" userId="02bc4f0f7d896815" providerId="LiveId" clId="{D5D498A6-C22A-496E-9BAC-3CFFF6F8ABE0}" dt="2026-04-28T20:07:36.684" v="126" actId="20577"/>
        <pc:sldMkLst>
          <pc:docMk/>
          <pc:sldMk cId="3099445810" sldId="265"/>
        </pc:sldMkLst>
        <pc:spChg chg="mod">
          <ac:chgData name="Ishan Walia" userId="02bc4f0f7d896815" providerId="LiveId" clId="{D5D498A6-C22A-496E-9BAC-3CFFF6F8ABE0}" dt="2026-04-28T20:07:36.684" v="126" actId="20577"/>
          <ac:spMkLst>
            <pc:docMk/>
            <pc:sldMk cId="3099445810" sldId="265"/>
            <ac:spMk id="2" creationId="{26D2D740-1C9F-407E-DE80-8D1CB8B3F7D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1AFAB-9201-5B5C-4D04-8B0E870A0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50DEC-D515-5C7F-190D-8E2DE9F0B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622B8-C6F2-CB3E-E36F-9D21F14ED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75688-BF0A-4933-2A94-66D6CDF1D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CBFB9-711F-3053-A8A4-73364CA9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29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0261A-8417-8A20-E2D2-DE98372C9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F0D6D-1569-3DBD-7EAA-84F5430E5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AE205-BB1C-5DB4-BBEC-082F3773C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78EE2-2EF7-65A4-0DA7-B618FC96D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87DBC-F0C4-6698-F3DF-3FA236D38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018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E5221-E754-F963-B71B-F280A33E8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F86B2-6EC7-7EC3-7261-4DE1A258A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BDF30-169C-BF28-E627-1857BB678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8371A-E612-91FC-ADDE-0F8DB3D0E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F8E53-B6FE-951B-ADB6-D5A0CE37C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27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8A06-1A3C-FBD4-3357-FA02BBB8B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502C7-676A-7862-E883-8EF8FD0F76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098D8-8032-106C-45C3-884E49525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F2C80-F0D6-6699-8B87-203930DDC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C4281-73E8-D360-ACF9-1091BDF2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36F82-4B7E-9C94-B424-B5DD1CDE0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04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B664-8C57-07C9-8132-EF7ACA644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F13EF-0B4D-1747-1097-CEF553649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76361-9C31-3C97-0AED-31792616E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1CE4B-4FF9-B054-2DB1-2A3116644E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0AEC83-EF7B-832F-C145-7B0F92E839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39A684-DF5F-A41F-70AD-D7CB51090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6670E6-40AB-660F-EBC5-15860CFA8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88DDC-B0B3-7550-7482-95F6355A2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326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8A419-6EAD-33BA-68A4-7404732D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301103-9C40-D553-3BB3-E61F922C9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333CA3-6F00-D015-C880-C2E3C377F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97F08-E1DE-CCD5-0A51-A17812F82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77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DB58B7-2958-8EED-2DA7-080D3080B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0C5324-611B-85D8-3771-C8FD5E220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37678-A0CF-50D1-DF2B-67A181A36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41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71E7-6E38-E7B3-0EB0-C7F5AA6BD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CE4CE-778F-1AF5-4FA2-BB4B21886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F6D33-ED47-9740-1302-642A730B3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873C8-CAA5-7F8D-01E9-CBCD14B61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33494-43CC-82EB-2C14-B2B37691E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5BB8D-331A-DF15-8B23-D18E1CDE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30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E65F-5B5A-D81E-5C54-77C6B7B59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D5343C-C046-D57C-14A6-93C8817212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CC36B-E881-5F52-9ACB-BBB23D058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5852D-0B3B-C5DE-E34A-77D1B4201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4239C-4A5B-CF46-EC22-299BEAC97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1F400-2A7F-646D-B7E4-9441E294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27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EAF06-039F-717B-D0C3-346F2ED8B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16D94-66AA-036D-7762-6AB8317E9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88D74-A180-82A3-DDE0-7B96155A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BA3EF-1A2E-9DAF-BC4F-8880CF648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DC414-0157-1BBA-9DBC-95019170B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846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A610B9-584F-8446-8B3E-147D2BE85B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74369-80EB-0CE2-1326-EC99D3AF5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4EE95-40C4-1B9B-5040-D65F901D3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4F42-A942-4FD1-A101-1A12A5DA8D14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D95DF-5716-1CB8-D55B-85BF3FFD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2938C-0D22-7178-5E83-1B5D95C57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49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4FC51-E0DD-B79A-76EA-9FE8FE339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A6895-DC02-F8A6-F093-9174D9BFD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460E5-9CA6-820D-D93C-D274CDFC0E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54F42-A942-4FD1-A101-1A12A5DA8D14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9D417-DD60-9678-456E-ECD14F78E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C6229-9294-78F9-E760-45E044FE8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CCF64-A976-48AE-A8B7-35BBDE9D9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93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vely Professional University - Wikipedia">
            <a:extLst>
              <a:ext uri="{FF2B5EF4-FFF2-40B4-BE49-F238E27FC236}">
                <a16:creationId xmlns:a16="http://schemas.microsoft.com/office/drawing/2014/main" id="{03AA7526-2A63-775D-8038-FF2D5B8DA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11" y="385571"/>
            <a:ext cx="194310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ADF0DE-16EB-7E4F-E533-B2A75995EF3D}"/>
              </a:ext>
            </a:extLst>
          </p:cNvPr>
          <p:cNvSpPr txBox="1"/>
          <p:nvPr/>
        </p:nvSpPr>
        <p:spPr>
          <a:xfrm>
            <a:off x="3116826" y="781879"/>
            <a:ext cx="83574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Lovely Professional University</a:t>
            </a:r>
            <a:endParaRPr lang="en-IN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B07AD-B5E1-5BAE-319D-7E8DFB1D1EC2}"/>
              </a:ext>
            </a:extLst>
          </p:cNvPr>
          <p:cNvSpPr txBox="1"/>
          <p:nvPr/>
        </p:nvSpPr>
        <p:spPr>
          <a:xfrm>
            <a:off x="2836606" y="2319146"/>
            <a:ext cx="95077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Project Topic : </a:t>
            </a:r>
            <a:r>
              <a:rPr lang="en-US" sz="3200" b="1" dirty="0"/>
              <a:t>Path Finding Visualizer</a:t>
            </a:r>
            <a:endParaRPr lang="en-IN" sz="3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C96DF4-8888-D210-E871-C369A7348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672726"/>
              </p:ext>
            </p:extLst>
          </p:nvPr>
        </p:nvGraphicFramePr>
        <p:xfrm>
          <a:off x="1492660" y="3452497"/>
          <a:ext cx="8763821" cy="217271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01575">
                  <a:extLst>
                    <a:ext uri="{9D8B030D-6E8A-4147-A177-3AD203B41FA5}">
                      <a16:colId xmlns:a16="http://schemas.microsoft.com/office/drawing/2014/main" val="1787431686"/>
                    </a:ext>
                  </a:extLst>
                </a:gridCol>
                <a:gridCol w="4362246">
                  <a:extLst>
                    <a:ext uri="{9D8B030D-6E8A-4147-A177-3AD203B41FA5}">
                      <a16:colId xmlns:a16="http://schemas.microsoft.com/office/drawing/2014/main" val="678570329"/>
                    </a:ext>
                  </a:extLst>
                </a:gridCol>
              </a:tblGrid>
              <a:tr h="702793">
                <a:tc>
                  <a:txBody>
                    <a:bodyPr/>
                    <a:lstStyle/>
                    <a:p>
                      <a:r>
                        <a:rPr lang="en-US" dirty="0"/>
                        <a:t>Name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Registration No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090690"/>
                  </a:ext>
                </a:extLst>
              </a:tr>
              <a:tr h="734961">
                <a:tc>
                  <a:txBody>
                    <a:bodyPr/>
                    <a:lstStyle/>
                    <a:p>
                      <a:r>
                        <a:rPr lang="en-US" dirty="0"/>
                        <a:t>Chirag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12409735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166654"/>
                  </a:ext>
                </a:extLst>
              </a:tr>
              <a:tr h="734961">
                <a:tc>
                  <a:txBody>
                    <a:bodyPr/>
                    <a:lstStyle/>
                    <a:p>
                      <a:r>
                        <a:rPr lang="en-US" dirty="0"/>
                        <a:t>Ishan Walia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12412548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046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269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C28B72-1450-3D4E-FDAC-8331752F6858}"/>
              </a:ext>
            </a:extLst>
          </p:cNvPr>
          <p:cNvSpPr txBox="1"/>
          <p:nvPr/>
        </p:nvSpPr>
        <p:spPr>
          <a:xfrm>
            <a:off x="1317524" y="0"/>
            <a:ext cx="8652387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PROJECT OVERVIEW</a:t>
            </a:r>
          </a:p>
          <a:p>
            <a:pPr algn="ctr"/>
            <a:endParaRPr lang="en-IN" sz="3200" b="1" dirty="0"/>
          </a:p>
          <a:p>
            <a:r>
              <a:rPr lang="en-IN" sz="2000" dirty="0"/>
              <a:t>This project helps users understand how pathfinding algorithms work. It finds the shortest path between a start point and an end point. Users can add walls and watch the algorithm find the best route step by step.</a:t>
            </a:r>
          </a:p>
          <a:p>
            <a:br>
              <a:rPr lang="en-IN" sz="2800" dirty="0"/>
            </a:br>
            <a:r>
              <a:rPr lang="en-IN" b="1" dirty="0"/>
              <a:t>Features</a:t>
            </a:r>
          </a:p>
          <a:p>
            <a:r>
              <a:rPr lang="en-IN" dirty="0"/>
              <a:t>- Find the shortest path </a:t>
            </a:r>
          </a:p>
          <a:p>
            <a:r>
              <a:rPr lang="en-IN" dirty="0"/>
              <a:t>- Easy-to-use interactive grid </a:t>
            </a:r>
          </a:p>
          <a:p>
            <a:r>
              <a:rPr lang="en-IN" dirty="0"/>
              <a:t>- Set Start and End points </a:t>
            </a:r>
          </a:p>
          <a:p>
            <a:r>
              <a:rPr lang="en-IN" dirty="0"/>
              <a:t>- Add walls (obstacles) </a:t>
            </a:r>
          </a:p>
          <a:p>
            <a:r>
              <a:rPr lang="en-IN" dirty="0"/>
              <a:t>- Run different algorithms (BFS, DFS, Dijkstra, A*) </a:t>
            </a:r>
          </a:p>
          <a:p>
            <a:r>
              <a:rPr lang="en-IN" dirty="0"/>
              <a:t>- Watch the path with animations </a:t>
            </a:r>
          </a:p>
          <a:p>
            <a:r>
              <a:rPr lang="en-IN" dirty="0"/>
              <a:t>- Generate random mazes </a:t>
            </a:r>
          </a:p>
          <a:p>
            <a:r>
              <a:rPr lang="en-IN" dirty="0"/>
              <a:t>- View path length and execution time</a:t>
            </a:r>
          </a:p>
          <a:p>
            <a:br>
              <a:rPr lang="en-IN" dirty="0"/>
            </a:br>
            <a:br>
              <a:rPr lang="en-IN" dirty="0"/>
            </a:br>
            <a:r>
              <a:rPr lang="en-IN" sz="2800" b="1" dirty="0"/>
              <a:t>Goal: </a:t>
            </a:r>
            <a:r>
              <a:rPr lang="en-IN" sz="2800" dirty="0"/>
              <a:t>To help students learn how pathfinding algorithms work using an easy and interactive visual tool. It shows how the shortest path is found, similar to Google Maps.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807343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8AAA09-593A-B63B-6EC4-741E956B319D}"/>
              </a:ext>
            </a:extLst>
          </p:cNvPr>
          <p:cNvSpPr txBox="1"/>
          <p:nvPr/>
        </p:nvSpPr>
        <p:spPr>
          <a:xfrm>
            <a:off x="1533833" y="630800"/>
            <a:ext cx="990108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PROJECT INTERFACE</a:t>
            </a:r>
          </a:p>
          <a:p>
            <a:pPr algn="ctr"/>
            <a:endParaRPr lang="en-IN" sz="3600" b="1" dirty="0"/>
          </a:p>
          <a:p>
            <a:br>
              <a:rPr lang="en-IN" sz="2400" dirty="0"/>
            </a:br>
            <a:r>
              <a:rPr lang="en-US" sz="2400" dirty="0"/>
              <a:t>This is the project interface. It includes multiple screens like Home, Chatbot, Waste Detection, Poster Generator, and AQI tracking, with a simple and user-friendly design</a:t>
            </a:r>
            <a:br>
              <a:rPr lang="en-IN" sz="2400" dirty="0"/>
            </a:br>
            <a:endParaRPr lang="en-IN" sz="2400" dirty="0"/>
          </a:p>
          <a:p>
            <a:endParaRPr lang="en-IN" dirty="0"/>
          </a:p>
        </p:txBody>
      </p:sp>
      <p:pic>
        <p:nvPicPr>
          <p:cNvPr id="1026" name="Picture 2" descr="Voice assistant - Free technology icons">
            <a:extLst>
              <a:ext uri="{FF2B5EF4-FFF2-40B4-BE49-F238E27FC236}">
                <a16:creationId xmlns:a16="http://schemas.microsoft.com/office/drawing/2014/main" id="{FA75809B-344C-B76D-7CF5-8FA15C493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1795" y="304647"/>
            <a:ext cx="963560" cy="963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4705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181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 Walia</dc:creator>
  <cp:lastModifiedBy>Ishan Walia</cp:lastModifiedBy>
  <cp:revision>6</cp:revision>
  <dcterms:created xsi:type="dcterms:W3CDTF">2026-04-21T20:49:26Z</dcterms:created>
  <dcterms:modified xsi:type="dcterms:W3CDTF">2026-07-11T17:40:51Z</dcterms:modified>
</cp:coreProperties>
</file>