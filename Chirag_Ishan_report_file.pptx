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1" r:id="rId4"/>
    <p:sldId id="287" r:id="rId5"/>
    <p:sldId id="264" r:id="rId6"/>
    <p:sldId id="285" r:id="rId7"/>
    <p:sldId id="286" r:id="rId8"/>
    <p:sldId id="265" r:id="rId9"/>
    <p:sldId id="283" r:id="rId10"/>
    <p:sldId id="284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4665" y="543430"/>
            <a:ext cx="7219335" cy="897639"/>
          </a:xfrm>
        </p:spPr>
        <p:txBody>
          <a:bodyPr/>
          <a:lstStyle/>
          <a:p>
            <a:pPr>
              <a:defRPr sz="2800"/>
            </a:pPr>
            <a:r>
              <a:rPr dirty="0"/>
              <a:t>Summer Training</a:t>
            </a:r>
            <a:r>
              <a:rPr lang="en-IN" dirty="0"/>
              <a:t>/Internship Presentation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04004" y="6039833"/>
            <a:ext cx="7017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 dirty="0"/>
              <a:t>Submitted By</a:t>
            </a:r>
            <a:r>
              <a:rPr lang="en-IN" altLang="en-US" dirty="0"/>
              <a:t>: </a:t>
            </a:r>
            <a:r>
              <a:rPr lang="en-IN" dirty="0"/>
              <a:t>Amarinder Kaur, Sudha Shanker Prasad</a:t>
            </a:r>
            <a:endParaRPr lang="en-IN" altLang="en-US" dirty="0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4D9870FF-39DE-A8DF-6A75-F233DF9E2F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6" name="Picture 2" descr="Lovely Professional University - Wikipedia">
            <a:extLst>
              <a:ext uri="{FF2B5EF4-FFF2-40B4-BE49-F238E27FC236}">
                <a16:creationId xmlns:a16="http://schemas.microsoft.com/office/drawing/2014/main" id="{FEBC901C-58FA-8DCD-ABD0-2A5DC8446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17" y="295658"/>
            <a:ext cx="1943100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C730733-03E3-35C6-DCCD-63520D1D501D}"/>
              </a:ext>
            </a:extLst>
          </p:cNvPr>
          <p:cNvSpPr txBox="1"/>
          <p:nvPr/>
        </p:nvSpPr>
        <p:spPr>
          <a:xfrm>
            <a:off x="1610646" y="2229233"/>
            <a:ext cx="64284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Project Topic : </a:t>
            </a:r>
            <a:r>
              <a:rPr lang="en-US" sz="3200" b="1" dirty="0"/>
              <a:t>Path Finding Visualizer</a:t>
            </a:r>
            <a:endParaRPr lang="en-IN" sz="3200" b="1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EC3A7EB-9826-4269-3193-7281374FC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215352"/>
              </p:ext>
            </p:extLst>
          </p:nvPr>
        </p:nvGraphicFramePr>
        <p:xfrm>
          <a:off x="267517" y="3765209"/>
          <a:ext cx="8763821" cy="217271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401575">
                  <a:extLst>
                    <a:ext uri="{9D8B030D-6E8A-4147-A177-3AD203B41FA5}">
                      <a16:colId xmlns:a16="http://schemas.microsoft.com/office/drawing/2014/main" val="1787431686"/>
                    </a:ext>
                  </a:extLst>
                </a:gridCol>
                <a:gridCol w="4362246">
                  <a:extLst>
                    <a:ext uri="{9D8B030D-6E8A-4147-A177-3AD203B41FA5}">
                      <a16:colId xmlns:a16="http://schemas.microsoft.com/office/drawing/2014/main" val="678570329"/>
                    </a:ext>
                  </a:extLst>
                </a:gridCol>
              </a:tblGrid>
              <a:tr h="702793">
                <a:tc>
                  <a:txBody>
                    <a:bodyPr/>
                    <a:lstStyle/>
                    <a:p>
                      <a:r>
                        <a:rPr lang="en-US" dirty="0"/>
                        <a:t>Name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Registration No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090690"/>
                  </a:ext>
                </a:extLst>
              </a:tr>
              <a:tr h="734961">
                <a:tc>
                  <a:txBody>
                    <a:bodyPr/>
                    <a:lstStyle/>
                    <a:p>
                      <a:r>
                        <a:rPr lang="en-US" dirty="0"/>
                        <a:t>Chirag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12409735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166654"/>
                  </a:ext>
                </a:extLst>
              </a:tr>
              <a:tr h="734961">
                <a:tc>
                  <a:txBody>
                    <a:bodyPr/>
                    <a:lstStyle/>
                    <a:p>
                      <a:r>
                        <a:rPr lang="en-US" dirty="0"/>
                        <a:t>Ishan Walia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12412548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0464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/>
              <a:t>Course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C++ Basics</a:t>
            </a:r>
          </a:p>
          <a:p>
            <a:r>
              <a:rPr lang="en-IN" dirty="0"/>
              <a:t> Arrays</a:t>
            </a:r>
          </a:p>
          <a:p>
            <a:r>
              <a:rPr lang="en-IN" dirty="0"/>
              <a:t> Graphs</a:t>
            </a:r>
          </a:p>
          <a:p>
            <a:r>
              <a:rPr lang="en-IN" dirty="0"/>
              <a:t> Queues (BFS)</a:t>
            </a:r>
          </a:p>
          <a:p>
            <a:r>
              <a:rPr lang="en-IN" dirty="0"/>
              <a:t> Stacks (DFS)</a:t>
            </a:r>
          </a:p>
          <a:p>
            <a:r>
              <a:rPr lang="en-IN" dirty="0"/>
              <a:t> Searching Algorithms</a:t>
            </a:r>
          </a:p>
          <a:p>
            <a:r>
              <a:rPr lang="en-IN" dirty="0"/>
              <a:t> Greedy Algorithms (A*)</a:t>
            </a:r>
          </a:p>
          <a:p>
            <a:r>
              <a:rPr lang="en-IN" dirty="0"/>
              <a:t> Priority Queue (Dijkstra)</a:t>
            </a:r>
          </a:p>
          <a:p>
            <a:r>
              <a:rPr lang="en-IN" dirty="0"/>
              <a:t>Time &amp; Space Complexity</a:t>
            </a:r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/>
              <a:t>Project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Project Name</a:t>
            </a:r>
          </a:p>
          <a:p>
            <a:pPr marL="0" indent="0">
              <a:buNone/>
            </a:pPr>
            <a:r>
              <a:rPr lang="en-IN" b="1" dirty="0"/>
              <a:t>         Path Finding Visualizer (Google Maps Style)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Problem Statement</a:t>
            </a:r>
          </a:p>
          <a:p>
            <a:r>
              <a:rPr lang="en-IN" dirty="0"/>
              <a:t>Finding the shortest path between two points is an important problem in navigation systems like Google Maps. This project helps users understand how different pathfinding algorithms work through interactive visualization.</a:t>
            </a:r>
          </a:p>
          <a:p>
            <a:pPr marL="0" indent="0">
              <a:buNone/>
            </a:pPr>
            <a:r>
              <a:rPr lang="en-IN" b="1" dirty="0"/>
              <a:t>Objective</a:t>
            </a:r>
          </a:p>
          <a:p>
            <a:r>
              <a:rPr lang="en-IN" dirty="0"/>
              <a:t>Visualize pathfinding algorithms. </a:t>
            </a:r>
          </a:p>
          <a:p>
            <a:r>
              <a:rPr lang="en-IN" dirty="0"/>
              <a:t>Find the shortest path. </a:t>
            </a:r>
          </a:p>
          <a:p>
            <a:r>
              <a:rPr lang="en-IN" dirty="0"/>
              <a:t>Compare different algorithms. </a:t>
            </a:r>
          </a:p>
          <a:p>
            <a:r>
              <a:rPr lang="en-IN" dirty="0"/>
              <a:t>Learn graph traversal in an easy way. </a:t>
            </a:r>
          </a:p>
          <a:p>
            <a:r>
              <a:rPr lang="en-IN" b="1" dirty="0"/>
              <a:t>Technologies Used</a:t>
            </a:r>
          </a:p>
          <a:p>
            <a:r>
              <a:rPr lang="en-IN" dirty="0"/>
              <a:t>C++ </a:t>
            </a:r>
          </a:p>
          <a:p>
            <a:r>
              <a:rPr lang="en-IN" dirty="0"/>
              <a:t>HTML </a:t>
            </a:r>
          </a:p>
          <a:p>
            <a:r>
              <a:rPr lang="en-IN" dirty="0"/>
              <a:t>CSS </a:t>
            </a:r>
          </a:p>
          <a:p>
            <a:r>
              <a:rPr lang="en-IN" dirty="0"/>
              <a:t>JavaScript</a:t>
            </a:r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7BD967-5BCE-7F10-B387-5088189EA9AC}"/>
              </a:ext>
            </a:extLst>
          </p:cNvPr>
          <p:cNvSpPr txBox="1"/>
          <p:nvPr/>
        </p:nvSpPr>
        <p:spPr>
          <a:xfrm>
            <a:off x="334297" y="412955"/>
            <a:ext cx="736436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Algorithms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Breadth First Search (BFS)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Depth First Search (DFS)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Dijkstra's Algorithm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A* Search Algorithm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Interactive Grid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Start &amp; End Nodes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Wall Drawing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Animated Path Visualization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Maze Generator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Live Statistics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Project Outcome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Improved understanding of graph algorithms.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Learned shortest-path techniques.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Developed problem-solving and visualization skills.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Built a Google Maps-style interactive application.</a:t>
            </a:r>
          </a:p>
        </p:txBody>
      </p:sp>
    </p:spTree>
    <p:extLst>
      <p:ext uri="{BB962C8B-B14F-4D97-AF65-F5344CB8AC3E}">
        <p14:creationId xmlns:p14="http://schemas.microsoft.com/office/powerpoint/2010/main" val="4077261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/>
              <a:t>Project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4729"/>
          </a:xfrm>
        </p:spPr>
        <p:txBody>
          <a:bodyPr>
            <a:normAutofit fontScale="32500" lnSpcReduction="20000"/>
          </a:bodyPr>
          <a:lstStyle/>
          <a:p>
            <a:r>
              <a:rPr lang="en-IN" dirty="0"/>
              <a:t>#include &lt;bits/</a:t>
            </a:r>
            <a:r>
              <a:rPr lang="en-IN" dirty="0" err="1"/>
              <a:t>stdc</a:t>
            </a:r>
            <a:r>
              <a:rPr lang="en-IN" dirty="0"/>
              <a:t>++.h&gt;</a:t>
            </a:r>
          </a:p>
          <a:p>
            <a:r>
              <a:rPr lang="en-IN" dirty="0"/>
              <a:t>using namespace std;</a:t>
            </a:r>
          </a:p>
          <a:p>
            <a:endParaRPr lang="en-IN" dirty="0"/>
          </a:p>
          <a:p>
            <a:r>
              <a:rPr lang="en-IN" dirty="0"/>
              <a:t>int dr[] = {-1, 1, 0, 0};</a:t>
            </a:r>
          </a:p>
          <a:p>
            <a:r>
              <a:rPr lang="en-IN" dirty="0"/>
              <a:t>int dc[] = {0, 0, -1, 1};</a:t>
            </a:r>
          </a:p>
          <a:p>
            <a:endParaRPr lang="en-IN" dirty="0"/>
          </a:p>
          <a:p>
            <a:r>
              <a:rPr lang="en-IN" dirty="0"/>
              <a:t>int </a:t>
            </a:r>
            <a:r>
              <a:rPr lang="en-IN" dirty="0" err="1"/>
              <a:t>dijkstra</a:t>
            </a:r>
            <a:r>
              <a:rPr lang="en-IN" dirty="0"/>
              <a:t>(vector&lt;vector&lt;int&gt;&gt;&amp; g, pair&lt;</a:t>
            </a:r>
            <a:r>
              <a:rPr lang="en-IN" dirty="0" err="1"/>
              <a:t>int,int</a:t>
            </a:r>
            <a:r>
              <a:rPr lang="en-IN" dirty="0"/>
              <a:t>&gt; s, pair&lt;</a:t>
            </a:r>
            <a:r>
              <a:rPr lang="en-IN" dirty="0" err="1"/>
              <a:t>int,int</a:t>
            </a:r>
            <a:r>
              <a:rPr lang="en-IN" dirty="0"/>
              <a:t>&gt; t) {</a:t>
            </a:r>
          </a:p>
          <a:p>
            <a:r>
              <a:rPr lang="en-IN" dirty="0"/>
              <a:t>    int R = </a:t>
            </a:r>
            <a:r>
              <a:rPr lang="en-IN" dirty="0" err="1"/>
              <a:t>g.size</a:t>
            </a:r>
            <a:r>
              <a:rPr lang="en-IN" dirty="0"/>
              <a:t>(), C = g[0].size();</a:t>
            </a:r>
          </a:p>
          <a:p>
            <a:r>
              <a:rPr lang="en-IN" dirty="0"/>
              <a:t>    vector&lt;vector&lt;int&gt;&gt; </a:t>
            </a:r>
            <a:r>
              <a:rPr lang="en-IN" dirty="0" err="1"/>
              <a:t>dist</a:t>
            </a:r>
            <a:r>
              <a:rPr lang="en-IN" dirty="0"/>
              <a:t>(R, vector&lt;int&gt;(C, INT_MAX));</a:t>
            </a:r>
          </a:p>
          <a:p>
            <a:r>
              <a:rPr lang="en-IN" dirty="0"/>
              <a:t>    </a:t>
            </a:r>
            <a:r>
              <a:rPr lang="en-IN" dirty="0" err="1"/>
              <a:t>priority_queue</a:t>
            </a:r>
            <a:r>
              <a:rPr lang="en-IN" dirty="0"/>
              <a:t>&lt;tuple&lt;</a:t>
            </a:r>
            <a:r>
              <a:rPr lang="en-IN" dirty="0" err="1"/>
              <a:t>int,int,int</a:t>
            </a:r>
            <a:r>
              <a:rPr lang="en-IN" dirty="0"/>
              <a:t>&gt;,</a:t>
            </a:r>
          </a:p>
          <a:p>
            <a:r>
              <a:rPr lang="en-IN" dirty="0"/>
              <a:t>                   vector&lt;tuple&lt;</a:t>
            </a:r>
            <a:r>
              <a:rPr lang="en-IN" dirty="0" err="1"/>
              <a:t>int,int,int</a:t>
            </a:r>
            <a:r>
              <a:rPr lang="en-IN" dirty="0"/>
              <a:t>&gt;&gt;,</a:t>
            </a:r>
          </a:p>
          <a:p>
            <a:r>
              <a:rPr lang="en-IN" dirty="0"/>
              <a:t>                   greater&lt;&gt;&gt; </a:t>
            </a:r>
            <a:r>
              <a:rPr lang="en-IN" dirty="0" err="1"/>
              <a:t>pq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dist</a:t>
            </a:r>
            <a:r>
              <a:rPr lang="en-IN" dirty="0"/>
              <a:t>[</a:t>
            </a:r>
            <a:r>
              <a:rPr lang="en-IN" dirty="0" err="1"/>
              <a:t>s.first</a:t>
            </a:r>
            <a:r>
              <a:rPr lang="en-IN" dirty="0"/>
              <a:t>][</a:t>
            </a:r>
            <a:r>
              <a:rPr lang="en-IN" dirty="0" err="1"/>
              <a:t>s.second</a:t>
            </a:r>
            <a:r>
              <a:rPr lang="en-IN" dirty="0"/>
              <a:t>] = 0;</a:t>
            </a:r>
          </a:p>
          <a:p>
            <a:r>
              <a:rPr lang="en-IN" dirty="0"/>
              <a:t>    </a:t>
            </a:r>
            <a:r>
              <a:rPr lang="en-IN" dirty="0" err="1"/>
              <a:t>pq.push</a:t>
            </a:r>
            <a:r>
              <a:rPr lang="en-IN" dirty="0"/>
              <a:t>({0, </a:t>
            </a:r>
            <a:r>
              <a:rPr lang="en-IN" dirty="0" err="1"/>
              <a:t>s.first</a:t>
            </a:r>
            <a:r>
              <a:rPr lang="en-IN" dirty="0"/>
              <a:t>, </a:t>
            </a:r>
            <a:r>
              <a:rPr lang="en-IN" dirty="0" err="1"/>
              <a:t>s.second</a:t>
            </a:r>
            <a:r>
              <a:rPr lang="en-IN" dirty="0"/>
              <a:t>});</a:t>
            </a:r>
          </a:p>
          <a:p>
            <a:endParaRPr lang="en-IN" dirty="0"/>
          </a:p>
          <a:p>
            <a:r>
              <a:rPr lang="en-IN" dirty="0"/>
              <a:t>    while (!</a:t>
            </a:r>
            <a:r>
              <a:rPr lang="en-IN" dirty="0" err="1"/>
              <a:t>pq.empty</a:t>
            </a:r>
            <a:r>
              <a:rPr lang="en-IN" dirty="0"/>
              <a:t>()) {</a:t>
            </a:r>
          </a:p>
          <a:p>
            <a:r>
              <a:rPr lang="en-IN" dirty="0"/>
              <a:t>        auto [d, r, c] = </a:t>
            </a:r>
            <a:r>
              <a:rPr lang="en-IN" dirty="0" err="1"/>
              <a:t>pq.top</a:t>
            </a:r>
            <a:r>
              <a:rPr lang="en-IN" dirty="0"/>
              <a:t>(); </a:t>
            </a:r>
            <a:r>
              <a:rPr lang="en-IN" dirty="0" err="1"/>
              <a:t>pq.pop</a:t>
            </a:r>
            <a:r>
              <a:rPr lang="en-IN" dirty="0"/>
              <a:t>();</a:t>
            </a:r>
          </a:p>
          <a:p>
            <a:r>
              <a:rPr lang="en-IN" dirty="0"/>
              <a:t>        if (r == </a:t>
            </a:r>
            <a:r>
              <a:rPr lang="en-IN" dirty="0" err="1"/>
              <a:t>t.first</a:t>
            </a:r>
            <a:r>
              <a:rPr lang="en-IN" dirty="0"/>
              <a:t> &amp;&amp; c == </a:t>
            </a:r>
            <a:r>
              <a:rPr lang="en-IN" dirty="0" err="1"/>
              <a:t>t.second</a:t>
            </a:r>
            <a:r>
              <a:rPr lang="en-IN" dirty="0"/>
              <a:t>) return d;</a:t>
            </a:r>
          </a:p>
          <a:p>
            <a:r>
              <a:rPr lang="en-IN" dirty="0"/>
              <a:t>        if (d &gt; </a:t>
            </a:r>
            <a:r>
              <a:rPr lang="en-IN" dirty="0" err="1"/>
              <a:t>dist</a:t>
            </a:r>
            <a:r>
              <a:rPr lang="en-IN" dirty="0"/>
              <a:t>[r][c]) continue;</a:t>
            </a:r>
          </a:p>
          <a:p>
            <a:r>
              <a:rPr lang="en-IN" dirty="0"/>
              <a:t>        for (int k = 0; k &lt; 4; ++k) {</a:t>
            </a:r>
          </a:p>
          <a:p>
            <a:r>
              <a:rPr lang="en-IN" dirty="0"/>
              <a:t>            int nr = r + dr[k], nc = c + dc[k];</a:t>
            </a:r>
          </a:p>
          <a:p>
            <a:r>
              <a:rPr lang="en-IN" dirty="0"/>
              <a:t>            if (nr &lt; 0 || nc &lt; 0 || nr &gt;= R || nc &gt;= C) continue;</a:t>
            </a:r>
          </a:p>
          <a:p>
            <a:r>
              <a:rPr lang="en-IN" dirty="0"/>
              <a:t>            if (g[nr][nc] == -1) continue;       // wall</a:t>
            </a:r>
          </a:p>
          <a:p>
            <a:r>
              <a:rPr lang="en-IN" dirty="0"/>
              <a:t>            int </a:t>
            </a:r>
            <a:r>
              <a:rPr lang="en-IN" dirty="0" err="1"/>
              <a:t>nd</a:t>
            </a:r>
            <a:r>
              <a:rPr lang="en-IN" dirty="0"/>
              <a:t> = d + g[nr][nc];              // weight</a:t>
            </a:r>
          </a:p>
          <a:p>
            <a:r>
              <a:rPr lang="en-IN" dirty="0"/>
              <a:t>            if (</a:t>
            </a:r>
            <a:r>
              <a:rPr lang="en-IN" dirty="0" err="1"/>
              <a:t>nd</a:t>
            </a:r>
            <a:r>
              <a:rPr lang="en-IN" dirty="0"/>
              <a:t> &lt; </a:t>
            </a:r>
            <a:r>
              <a:rPr lang="en-IN" dirty="0" err="1"/>
              <a:t>dist</a:t>
            </a:r>
            <a:r>
              <a:rPr lang="en-IN" dirty="0"/>
              <a:t>[nr][nc]) {</a:t>
            </a:r>
          </a:p>
          <a:p>
            <a:r>
              <a:rPr lang="en-IN" dirty="0"/>
              <a:t>                </a:t>
            </a:r>
            <a:r>
              <a:rPr lang="en-IN" dirty="0" err="1"/>
              <a:t>dist</a:t>
            </a:r>
            <a:r>
              <a:rPr lang="en-IN" dirty="0"/>
              <a:t>[nr][nc] = </a:t>
            </a:r>
            <a:r>
              <a:rPr lang="en-IN" dirty="0" err="1"/>
              <a:t>nd</a:t>
            </a:r>
            <a:r>
              <a:rPr lang="en-IN" dirty="0"/>
              <a:t>;</a:t>
            </a:r>
          </a:p>
          <a:p>
            <a:r>
              <a:rPr lang="en-IN" dirty="0"/>
              <a:t>                </a:t>
            </a:r>
            <a:r>
              <a:rPr lang="en-IN" dirty="0" err="1"/>
              <a:t>pq.push</a:t>
            </a:r>
            <a:r>
              <a:rPr lang="en-IN" dirty="0"/>
              <a:t>({</a:t>
            </a:r>
            <a:r>
              <a:rPr lang="en-IN" dirty="0" err="1"/>
              <a:t>nd</a:t>
            </a:r>
            <a:r>
              <a:rPr lang="en-IN" dirty="0"/>
              <a:t>, nr, nc});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return -1; // unreachable</a:t>
            </a:r>
          </a:p>
          <a:p>
            <a:r>
              <a:rPr lang="en-IN" dirty="0"/>
              <a:t>}</a:t>
            </a:r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1267C88-6114-1389-D80E-B82BB9F41048}"/>
              </a:ext>
            </a:extLst>
          </p:cNvPr>
          <p:cNvSpPr txBox="1"/>
          <p:nvPr/>
        </p:nvSpPr>
        <p:spPr>
          <a:xfrm>
            <a:off x="732504" y="393290"/>
            <a:ext cx="370184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BFS Logic Code (C++)</a:t>
            </a:r>
          </a:p>
          <a:p>
            <a:r>
              <a:rPr lang="en-IN" dirty="0"/>
              <a:t>void BFS(int start)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queue&lt;int&gt; q;</a:t>
            </a:r>
          </a:p>
          <a:p>
            <a:r>
              <a:rPr lang="en-IN" dirty="0"/>
              <a:t>    visited[start] = true;</a:t>
            </a:r>
          </a:p>
          <a:p>
            <a:r>
              <a:rPr lang="en-IN" dirty="0"/>
              <a:t>    </a:t>
            </a:r>
            <a:r>
              <a:rPr lang="en-IN" dirty="0" err="1"/>
              <a:t>q.push</a:t>
            </a:r>
            <a:r>
              <a:rPr lang="en-IN" dirty="0"/>
              <a:t>(start);</a:t>
            </a:r>
          </a:p>
          <a:p>
            <a:endParaRPr lang="en-IN" dirty="0"/>
          </a:p>
          <a:p>
            <a:r>
              <a:rPr lang="en-IN" dirty="0"/>
              <a:t>    while (!</a:t>
            </a:r>
            <a:r>
              <a:rPr lang="en-IN" dirty="0" err="1"/>
              <a:t>q.empty</a:t>
            </a:r>
            <a:r>
              <a:rPr lang="en-IN" dirty="0"/>
              <a:t>())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int node = </a:t>
            </a:r>
            <a:r>
              <a:rPr lang="en-IN" dirty="0" err="1"/>
              <a:t>q.front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q.pop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node &lt;&lt; " ";</a:t>
            </a:r>
          </a:p>
          <a:p>
            <a:endParaRPr lang="en-IN" dirty="0"/>
          </a:p>
          <a:p>
            <a:r>
              <a:rPr lang="en-IN" dirty="0"/>
              <a:t>        for (int next : graph[node])</a:t>
            </a:r>
          </a:p>
          <a:p>
            <a:r>
              <a:rPr lang="en-IN" dirty="0"/>
              <a:t>        {</a:t>
            </a:r>
          </a:p>
          <a:p>
            <a:r>
              <a:rPr lang="en-IN" dirty="0"/>
              <a:t>            if (!visited[next])</a:t>
            </a:r>
          </a:p>
          <a:p>
            <a:r>
              <a:rPr lang="en-IN" dirty="0"/>
              <a:t>            {</a:t>
            </a:r>
          </a:p>
          <a:p>
            <a:r>
              <a:rPr lang="en-IN" dirty="0"/>
              <a:t>                visited[next] = true;</a:t>
            </a:r>
          </a:p>
          <a:p>
            <a:r>
              <a:rPr lang="en-IN" dirty="0"/>
              <a:t>                </a:t>
            </a:r>
            <a:r>
              <a:rPr lang="en-IN" dirty="0" err="1"/>
              <a:t>q.push</a:t>
            </a:r>
            <a:r>
              <a:rPr lang="en-IN" dirty="0"/>
              <a:t>(next);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0ED103-7E48-60C0-811E-C3F6C2B60383}"/>
              </a:ext>
            </a:extLst>
          </p:cNvPr>
          <p:cNvSpPr txBox="1"/>
          <p:nvPr/>
        </p:nvSpPr>
        <p:spPr>
          <a:xfrm>
            <a:off x="5461818" y="648929"/>
            <a:ext cx="44490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logic</a:t>
            </a:r>
          </a:p>
          <a:p>
            <a:r>
              <a:rPr lang="en-IN" dirty="0"/>
              <a:t>Start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Push Start Node into Queue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Pop Front Node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Visit Node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Push Unvisited Neighbours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Repeat until Queue is Empty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504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93F325-CAD0-54DC-723A-62F0E5FCD818}"/>
              </a:ext>
            </a:extLst>
          </p:cNvPr>
          <p:cNvSpPr txBox="1"/>
          <p:nvPr/>
        </p:nvSpPr>
        <p:spPr>
          <a:xfrm>
            <a:off x="1170038" y="1246970"/>
            <a:ext cx="4999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DFS(int node) { visited[node] = true; </a:t>
            </a:r>
            <a:r>
              <a:rPr lang="en-IN" dirty="0" err="1"/>
              <a:t>cout</a:t>
            </a:r>
            <a:r>
              <a:rPr lang="en-IN" dirty="0"/>
              <a:t> &lt;&lt; node &lt;&lt; " "; for (int next : graph[node]) { if (!visited[next]) { DFS(next); } }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45736E-5AAD-961F-B784-B92992D1FC87}"/>
              </a:ext>
            </a:extLst>
          </p:cNvPr>
          <p:cNvSpPr txBox="1"/>
          <p:nvPr/>
        </p:nvSpPr>
        <p:spPr>
          <a:xfrm>
            <a:off x="2433483" y="2629726"/>
            <a:ext cx="4572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Start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Visit Current Node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Go to First Unvisited Neighbour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Repeat Recursively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Backtrack if Needed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Stop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B08469-A661-0F6F-7C01-E529D7480F1D}"/>
              </a:ext>
            </a:extLst>
          </p:cNvPr>
          <p:cNvSpPr txBox="1"/>
          <p:nvPr/>
        </p:nvSpPr>
        <p:spPr>
          <a:xfrm>
            <a:off x="1056967" y="43476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DFS Logic Code</a:t>
            </a:r>
          </a:p>
        </p:txBody>
      </p:sp>
    </p:spTree>
    <p:extLst>
      <p:ext uri="{BB962C8B-B14F-4D97-AF65-F5344CB8AC3E}">
        <p14:creationId xmlns:p14="http://schemas.microsoft.com/office/powerpoint/2010/main" val="3017196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Project Screenshots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724156-3970-A86D-F5B9-B7807CF93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642" y="1600200"/>
            <a:ext cx="7996715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00CA1E-33B0-D5D7-4432-A4A39E394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995"/>
            <a:ext cx="9144000" cy="514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539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836FA7-E0C6-987E-B662-06314D614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995"/>
            <a:ext cx="9144000" cy="514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104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/>
              <a:t>Project Outcomes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F6439C-B0BB-C3E2-342A-056BBFB75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453" y="1600200"/>
            <a:ext cx="8039093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6F252-EF41-3980-01ED-0D74486F4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Modern End Animation Perfect Distinctive End Stock Footage Video (100%  Royalty-free) 3911827547 | Shutterstock">
            <a:extLst>
              <a:ext uri="{FF2B5EF4-FFF2-40B4-BE49-F238E27FC236}">
                <a16:creationId xmlns:a16="http://schemas.microsoft.com/office/drawing/2014/main" id="{6B8C14B7-6138-1885-A6EC-B7AD78E2B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841" y="1"/>
            <a:ext cx="9461681" cy="71087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189BB8-1704-41B6-8685-DB8DD83FB2A2}">
  <we:reference id="wa200007130" version="1.0.0.1" store="en-US" storeType="OMEX"/>
  <we:alternateReferences>
    <we:reference id="WA200007130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761</Words>
  <Application>Microsoft Office PowerPoint</Application>
  <PresentationFormat>On-screen Show (4:3)</PresentationFormat>
  <Paragraphs>137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Summer Training/Internship Presentation</vt:lpstr>
      <vt:lpstr>Course Content</vt:lpstr>
      <vt:lpstr>Project Details</vt:lpstr>
      <vt:lpstr>PowerPoint Presentation</vt:lpstr>
      <vt:lpstr>Project Code</vt:lpstr>
      <vt:lpstr>PowerPoint Presentation</vt:lpstr>
      <vt:lpstr>PowerPoint Presentation</vt:lpstr>
      <vt:lpstr>Project Screenshots</vt:lpstr>
      <vt:lpstr>PowerPoint Presentation</vt:lpstr>
      <vt:lpstr>PowerPoint Presentation</vt:lpstr>
      <vt:lpstr>Project Outcomes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Ishan Walia</cp:lastModifiedBy>
  <cp:revision>5</cp:revision>
  <dcterms:created xsi:type="dcterms:W3CDTF">2013-01-27T09:14:00Z</dcterms:created>
  <dcterms:modified xsi:type="dcterms:W3CDTF">2026-07-11T18:01:13Z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433ACFE6812349F8BEFB9668D6F97785_12</vt:lpwstr>
  </property>
  <property fmtid="{D5CDD505-2E9C-101B-9397-08002B2CF9AE}" pid="3" name="KSOProductBuildVer">
    <vt:lpwstr>1033-12.2.0.22549</vt:lpwstr>
  </property>
</Properties>
</file>